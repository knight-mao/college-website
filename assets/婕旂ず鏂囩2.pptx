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DFA42-58CA-2D6A-56D3-FB3901F31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2FD6D9-52C3-3DB6-0764-3970B3B34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B30EC-B47A-6B6F-E87B-C8CC8364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D042A-2CE4-01D1-6E6E-A556DF05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C38F8-8C9D-BD14-5474-855DC769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3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6009C-EF2A-3443-6130-DAEA89F4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BD2F1-4411-D813-E79C-3D89FC56A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B79B3-B187-9B1F-7CEB-7D508D62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15CC17-3369-6AC9-4D85-E56876FE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ED099-3912-3C30-3A76-77274803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0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394E6-B2F5-03A6-8671-2EE9EBAE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0F7A1-FCA7-BAE9-CC0E-FF343EA71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875F2-D47E-43D8-076E-2061EA04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04F35-F895-005A-10BD-E17223A0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29C50-3091-509A-8088-82342017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12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A0B26-0E51-A186-8CEE-EAA4B452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9C77EC-C408-1520-BC83-3E58439F7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CF888F-1D4A-8D98-536A-7531237BF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CD3EF-B045-9234-CEF2-B8DF4F0B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F0A59A-4A9C-FC54-4628-855577EC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36CB22-5958-BB01-4179-9B01020A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5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F2418-96EA-9A46-7233-70DED974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A7D6D-9525-4A05-9526-4471176CA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E67BD-9E79-E358-0DD1-A307C7897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AB097C-122D-18BE-5091-6EBBBFC9A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DC1BEE-844A-3C25-2017-F0B9E336B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7312CE-108E-A111-B5C3-E18AAED7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CB7357-2E2D-18A2-16D2-1B10E3A7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BFF375-3983-9331-B0B8-B26B9102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1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38A2E-8E67-A4A0-3289-48A4C03A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7A4D2A-5968-E304-FB43-A0A4D569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BCE444-D5D6-C0EA-D977-A68FDCA7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90F905-451D-11B1-20A2-A24C2DA1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45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8C4C71-7143-5F7A-13BF-D874F87C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F3523D-FA7B-BCF0-B91A-2A9D9488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FCAE6D-CFCA-DDA7-0D74-574ABC4A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1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A8EAA-5FEB-D98F-26AF-FF06E3BC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9960D-2FA0-623F-C65D-78D06C392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958AB8-FA0A-06E3-E2DC-223E98D36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DE6F4A-DA01-97A6-BD3E-39A7C60B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A6AA0D-56D7-F6DE-9B1D-C1EABA38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D78938-3F3A-8DA8-A045-84E8F77A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19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9D4E-794E-688A-047E-E67359AD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C85FD8-93C9-D8BF-7603-E7131CE24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D1FA6C-9426-0976-20C7-7FC4A3B10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D784B-C7AE-32D8-ADB7-B5406178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78FB7-3CAA-8A32-8E4C-61582697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F1EB78-BF52-823A-7D04-82580F0B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38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FA08-E3B2-6B31-4E1F-4A4CEB9B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DF7884-267A-7D09-6AD1-725DD76E6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86230-05A7-A39D-1AC8-550A6BB4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4C30CB-255D-6B8F-C459-6E09B576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43CAA2-B7EF-9394-683E-2677C290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5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B253B3-9D5F-9A7A-5BFC-629C65DAA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AE8992-5CAA-5CDF-E26F-367E70ACF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A50F2A-35EE-3825-F157-5FD4B73E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60BDAE-4FD9-DAED-2267-A1735D7C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394B8-3D35-7470-45F5-88C053FF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49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5EB83E-F25C-9397-C452-4BDA9D03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F842B-F626-C285-C8BA-C0564EDE1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B5F5A-7046-F50A-D799-DAD487F2A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C674F-EB6F-4FBA-A130-338B87433E6D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14C8B-506A-ECD3-89DF-4A1B1C215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68C09-766C-7C1E-C4F0-88119080F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5214B-EA74-4BD3-9632-F3138BD67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79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EF075D-712A-0E10-6F9F-BE3B78A3FFF9}"/>
              </a:ext>
            </a:extLst>
          </p:cNvPr>
          <p:cNvSpPr/>
          <p:nvPr/>
        </p:nvSpPr>
        <p:spPr>
          <a:xfrm>
            <a:off x="168518" y="305966"/>
            <a:ext cx="841175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伍勰</a:t>
            </a: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上海体育大学运动健康学院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教授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博士生导师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主要研究方向为体育工程--生物力学方向，在动作技术分析、运动装备研发等方面有诸多的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科研成果。近年来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主持的主要科研项目有上海市科委地方院校能力建设重点项目（新型太极拳对老年膝骨关节炎的干预研究）、上海市教委创新项目（运动捕捉实时反馈系统的研发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）、国家军科委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运动损伤研究项目、多家知名运动品牌委托的专业跑鞋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研发项目（“回力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上体大”健康系列运动装备联合研发与推广）等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。教学方面，主持编写了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运动生物力学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（全国高校运动训练专业系列教材），主要承担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运动生物力学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运动技术分析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步态生物力学分析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等课程的本科及研究生教学工作。近年来，主要研究兴趣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点为肌骨系统运动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仿真、运动学习与控制、运动康复的精确评估与相关设备研发等，在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SCI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和国内核心期刊上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发表论文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余篇，获批和受理的发明专利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项。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4F4F11-7F0B-B8E0-9B04-611294787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946" y="477146"/>
            <a:ext cx="1687397" cy="24538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CA8F52E-64CA-34C7-C5FC-CB368CFE1760}"/>
              </a:ext>
            </a:extLst>
          </p:cNvPr>
          <p:cNvSpPr txBox="1"/>
          <p:nvPr/>
        </p:nvSpPr>
        <p:spPr>
          <a:xfrm>
            <a:off x="1926771" y="485775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主要研究方向：运动技术分析与动作仿真，运动装备研发</a:t>
            </a:r>
          </a:p>
        </p:txBody>
      </p:sp>
    </p:spTree>
    <p:extLst>
      <p:ext uri="{BB962C8B-B14F-4D97-AF65-F5344CB8AC3E}">
        <p14:creationId xmlns:p14="http://schemas.microsoft.com/office/powerpoint/2010/main" val="228477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xie wu</dc:creator>
  <cp:lastModifiedBy>xie wu</cp:lastModifiedBy>
  <cp:revision>1</cp:revision>
  <dcterms:created xsi:type="dcterms:W3CDTF">2025-12-03T11:38:05Z</dcterms:created>
  <dcterms:modified xsi:type="dcterms:W3CDTF">2025-12-03T11:39:13Z</dcterms:modified>
</cp:coreProperties>
</file>